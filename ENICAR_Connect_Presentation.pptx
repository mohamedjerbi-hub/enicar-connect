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6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63D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-2286000"/>
            <a:ext cx="6400800" cy="64008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5520" y="-1097280"/>
            <a:ext cx="3657600" cy="36576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63040"/>
            <a:ext cx="137160" cy="14630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UNIVERSITAIRE  •  ENICAR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82880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ENICAR Connect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914400" y="320040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plateforme qui unifie la communauté de l’ENICAR :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fluide, ressources partagées, opportunités professionnelles.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" y="4846320"/>
            <a:ext cx="6858000" cy="128016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4937760"/>
            <a:ext cx="6492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Présenté par 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[Votre Nom]
</a:t>
            </a:r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[Votre Classe]    </a:t>
            </a:r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 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/ 2026
</a:t>
            </a:r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 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 du Professeur]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66476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ENICAR Connect  •  Projet Universitaire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47120" y="664768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•  CONTEXTE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contexte et les défis actuels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Aujourd’hui, la communication au sein de l’ENICAR souffre de plusieurs blocages qui freinent étudiants, professeurs et administration.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54864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783080"/>
            <a:ext cx="109728" cy="19202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10312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554480" y="205740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Communication lente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54480" y="256032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Démarches administratives longues, sources de retards et de malentendus.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1783080"/>
            <a:ext cx="54864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783080"/>
            <a:ext cx="109728" cy="19202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37960" y="210312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315200" y="205740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Canaux dispersés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315200" y="256032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Étudiants ↔ professeurs ↔ administration : aucun canal unifié et direct.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977640"/>
            <a:ext cx="54864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977640"/>
            <a:ext cx="109728" cy="19202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29768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297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⌕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554480" y="425196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Ressources éparpillées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554480" y="475488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Cours, annonces et supports difficiles à retrouver à un seul endroit.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17920" y="3977640"/>
            <a:ext cx="54864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3977640"/>
            <a:ext cx="109728" cy="19202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37960" y="429768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4297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7315200" y="425196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Déconnexion pro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7315200" y="475488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 de ponts entre les étudiants et le marché du travail (stages, emplois).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66476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ENICAR Connect  •  Projet Universitaire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247120" y="664768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• 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ENICAR Connect : une plateforme, une communauté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plateforme numérique dédiée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6400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ENICAR Connect </a:t>
            </a:r>
            <a:pPr indent="0" marL="0">
              <a:buNone/>
            </a:pPr>
            <a:r>
              <a:rPr lang="en-US" sz="15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 conçue spécifiquement pour la communauté de l’École Nationale d’Ingénieurs de Carthage.
</a:t>
            </a:r>
            <a:pPr indent="0" marL="0">
              <a:buNone/>
            </a:pPr>
            <a:r>
              <a:rPr lang="en-US" sz="15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unifie </a:t>
            </a:r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Étudiants • Professeurs • Administration • Alumni </a:t>
            </a:r>
            <a:pPr indent="0" marL="0">
              <a:buNone/>
            </a:pPr>
            <a:r>
              <a:rPr lang="en-US" sz="15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autour d’un espace commun, fluide et sécurisé.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3840480"/>
            <a:ext cx="64008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840480"/>
            <a:ext cx="109728" cy="10058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9319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Communication transparente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43434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Messagerie hiérarchique directe, sans friction.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5029200"/>
            <a:ext cx="64008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5029200"/>
            <a:ext cx="109728" cy="10058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51206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Pont vers le monde pro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7240" y="553212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Stages, emplois et opportunités centralisés.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686800" y="2834640"/>
            <a:ext cx="2011680" cy="20116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0" y="283464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ENICAR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692640" y="3840480"/>
            <a:ext cx="-1828800" cy="-201168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0" y="1554480"/>
            <a:ext cx="146304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0" y="15544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692640" y="3840480"/>
            <a:ext cx="1828800" cy="-201168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972800" y="1554480"/>
            <a:ext cx="146304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0" y="15544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Professeurs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692640" y="3840480"/>
            <a:ext cx="-1828800" cy="146304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0" y="5029200"/>
            <a:ext cx="146304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0" y="50292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692640" y="3840480"/>
            <a:ext cx="1828800" cy="146304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972800" y="5029200"/>
            <a:ext cx="146304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972800" y="50292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Alumni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66476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ENICAR Connect  •  Projet Universitaire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247120" y="664768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•  FONCTIONNALITÉS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fonctionnalités principales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3657600" cy="5120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3657600" cy="1371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74520" y="160020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74520" y="1600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40080" y="23774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Messagerie hiérarchique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77240" y="3017520"/>
            <a:ext cx="31089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direct étudiant ↔ admin / professeur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Évite les déplacements et les conflits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Réponses rapides, traçables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43400" y="1188720"/>
            <a:ext cx="3657600" cy="5120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3400" y="1188720"/>
            <a:ext cx="3657600" cy="1371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60720" y="160020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0" y="1600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❒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526280" y="23774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 &amp; ressources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663440" y="3017520"/>
            <a:ext cx="31089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 d’actualité de l’école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 de cours, annonces, événements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Groupes de classe et clubs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229600" y="1188720"/>
            <a:ext cx="3657600" cy="5120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0" y="1188720"/>
            <a:ext cx="3657600" cy="1371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46920" y="160020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46920" y="1600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8412480" y="23774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Portail Jobs / Stages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8549640" y="3017520"/>
            <a:ext cx="31089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Offres publiées par Alumni &amp; entreprises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étudiant avec compétences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professionnelle facilitée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66476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ENICAR Connect  •  Projet Universitaire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47120" y="664768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•  INNOVATION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Algorithme de Matching avancé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Comment ça fonctionne 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640080" cy="6400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80160" y="176479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Normalisation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21031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compétences (étudiant + offre) sont nettoyées et standardisées.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640080" cy="6400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743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280160" y="272491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Intersection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306324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des compétences communes entre profil et offre.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703320"/>
            <a:ext cx="640080" cy="6400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703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80160" y="368503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402336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d’un Score de Compatibilité en pourcentage.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663440"/>
            <a:ext cx="640080" cy="6400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663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280160" y="464515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 intelligent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498348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offres sont triées : les plus pertinentes en premier.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949440" y="1188720"/>
            <a:ext cx="4846320" cy="2377440"/>
          </a:xfrm>
          <a:prstGeom prst="roundRect">
            <a:avLst>
              <a:gd name="adj" fmla="val 461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0" y="1325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132320" y="1600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 de Compatibilité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132320" y="210312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</a:t>
            </a:r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 Compétences communes  /  Compétences requises ) </a:t>
            </a:r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100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949440" y="3749040"/>
            <a:ext cx="484632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32320" y="3840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132320" y="4160520"/>
            <a:ext cx="4572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Offre : </a:t>
            </a:r>
            <a:pPr indent="0" marL="0">
              <a:buNone/>
            </a:pPr>
            <a:r>
              <a:rPr lang="en-US" sz="14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Java, Spring, Angular, SQL  (4 requises)
</a:t>
            </a:r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 : </a:t>
            </a:r>
            <a:pPr indent="0" marL="0">
              <a:buNone/>
            </a:pPr>
            <a:r>
              <a:rPr lang="en-US" sz="14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Java, Spring, Angular  (3 communes)
</a:t>
            </a:r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(3 / 4) × 100 = </a:t>
            </a:r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75 %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66476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ENICAR Connect  •  Projet Universitaire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247120" y="664768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•  DONNÉES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 et modélisation de la base de données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relationnel construit autour de 4 entités principales, reliées entre elles pour soutenir la messagerie, le feed et les offres d’emploi.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2697480" cy="29260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28800"/>
            <a:ext cx="269748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2880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23774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nom, email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(Étudiant, Prof…)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compétences[]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83280" y="1828800"/>
            <a:ext cx="2697480" cy="29260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1828800"/>
            <a:ext cx="269748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82880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Messages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66160" y="2468880"/>
            <a:ext cx="23774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sender_id → Users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receiver_id → Users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contenu, date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1828800"/>
            <a:ext cx="2697480" cy="29260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1828800"/>
            <a:ext cx="269748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82880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92240" y="2468880"/>
            <a:ext cx="23774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author_id → Users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contenu, type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likes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235440" y="1828800"/>
            <a:ext cx="2697480" cy="29260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35440" y="1828800"/>
            <a:ext cx="269748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35440" y="182880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Jobs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418320" y="2468880"/>
            <a:ext cx="23774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author_id → Users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titre, description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requises[]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5120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Relations clés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548640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Users (1) ── (N) Messages    </a:t>
            </a:r>
            <a:pPr indent="0" marL="0">
              <a:buNone/>
            </a:pPr>
            <a:r>
              <a:rPr lang="en-US" sz="13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Users (1) ── (N) Posts    </a:t>
            </a:r>
            <a:pPr indent="0" marL="0">
              <a:buNone/>
            </a:pPr>
            <a:r>
              <a:rPr lang="en-US" sz="13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Users (1) ── (N) Jobs    </a:t>
            </a:r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Jobs.compétences ⇄ Users.compétences  →  Algorithme de matching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66476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ENICAR Connect  •  Projet Universitaire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247120" y="664768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•  TECHNIQUE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Architecture, frameworks et déploiement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371600"/>
            <a:ext cx="356616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716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0116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Angular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26974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utilisateur réactive (SPA)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34840" y="137160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34840" y="1371600"/>
            <a:ext cx="3566160" cy="4572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34840" y="13716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17720" y="20116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Spring Boot (Java)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17720" y="26974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robuste &amp; sécurisée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321040" y="137160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21040" y="1371600"/>
            <a:ext cx="356616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13716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503920" y="20116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MySQL / PostgreSQL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503920" y="26974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Persistance relationnelle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00100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548640" y="393192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3931920"/>
            <a:ext cx="109728" cy="23774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41605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22960" y="470916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Client / Serveur — séparation claire entre interface et logique métier.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434840" y="393192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34840" y="3931920"/>
            <a:ext cx="109728" cy="23774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41605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Communication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709160" y="470916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en JSON — endpoints sécurisés et documentés.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321040" y="393192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21040" y="3931920"/>
            <a:ext cx="109728" cy="23774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95360" y="41605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Versioning &amp; déploiement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595360" y="470916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source hébergé sur GitHub — collaboration et historique des versions.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365760" y="66476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ENICAR Connect  •  Projet Universitaire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247120" y="664768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6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63040"/>
            <a:ext cx="137160" cy="9144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Place à la démonstration.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ENICAR Connect fluidifie la communication interne et ouvre des portes professionnelles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grâce à un matching intelligent entre étudiants et opportunités.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4663440"/>
            <a:ext cx="310896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5029200"/>
            <a:ext cx="640080" cy="6400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5029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920240" y="48920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Communication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920240" y="53492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 &amp; sans friction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97680" y="4663440"/>
            <a:ext cx="310896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26280" y="5029200"/>
            <a:ext cx="640080" cy="6400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6280" y="5029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❒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303520" y="48920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Communauté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303520" y="53492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 partagées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680960" y="4663440"/>
            <a:ext cx="310896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09560" y="5029200"/>
            <a:ext cx="640080" cy="6400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09560" y="5029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686800" y="48920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Carrière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86800" y="53492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intelligent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66476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ENICAR Connect  •  Projet Universitaire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47120" y="664768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ENICAR Connect</dc:title>
  <dc:subject>PptxGenJS Presentation</dc:subject>
  <dc:creator>PptxGenJS</dc:creator>
  <cp:lastModifiedBy>PptxGenJS</cp:lastModifiedBy>
  <cp:revision>1</cp:revision>
  <dcterms:created xsi:type="dcterms:W3CDTF">2026-05-02T02:20:15Z</dcterms:created>
  <dcterms:modified xsi:type="dcterms:W3CDTF">2026-05-02T02:20:15Z</dcterms:modified>
</cp:coreProperties>
</file>